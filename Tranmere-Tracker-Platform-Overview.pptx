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88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0769" y="914400"/>
            <a:ext cx="1433182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17520" y="914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TRANMERE TRACKER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017520" y="1810512"/>
            <a:ext cx="502920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017520" y="19202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Management Platform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017520" y="2514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Tracking  ·  AI Coaching  ·  GPS Analytics  ·  BTEC Management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4663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Tranmere Rovers FC  ·  2026 Platform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778" y="91440"/>
            <a:ext cx="537443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731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OVERVIEW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97280" y="521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Complete academy management for players, coaches, and teachers.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2011680" cy="5486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74320" y="1143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3A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2743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· Coaches · Teachers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423160" y="10515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423160" y="1051560"/>
            <a:ext cx="2011680" cy="5486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423160" y="1143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7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242316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Features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2316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AI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0" y="10515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572000" y="1051560"/>
            <a:ext cx="20116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572000" y="1143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14+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457200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Modules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academy toolset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20840" y="105156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720840" y="105156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720840" y="1143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672084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Ready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2084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+ Push Notifications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2606040"/>
            <a:ext cx="8595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274320" y="2606040"/>
            <a:ext cx="54864" cy="2331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02920" y="2697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Tranmere Tracker?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02920" y="3090672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Tranmere Tracker is a full-stack academy management platform built specifically for Tranmere Rovers FC. It connects students (players), coaches, and administrators in a single mobile-first progressive web app — accessible on any device, from any location.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is designed around real academy workflow: managing match squads and tracking GPS performance, grading BTEC coursework, running broadcast communications, and delivering personalised AI coaching — all in one place.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778" y="91440"/>
            <a:ext cx="537443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731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APP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97280" y="521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player needs — available on mobile, every day.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28600" y="1051560"/>
            <a:ext cx="2743200" cy="5486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65760" y="1143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Dashboard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5270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home screen showing upcoming matches, deadlines, calorie count, last training session, and quick-access links to training, nutrition, and GPS.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154680" y="1051560"/>
            <a:ext cx="2743200" cy="5486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291840" y="1143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 Match Invitations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91840" y="15270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receive squad call-ups, accept or decline, and view upcoming fixtures with date, opponent, and venue. Status updates sync live.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80760" y="105156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217920" y="11430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  Training Log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17920" y="15270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sessions with type (gym, pitch, recovery), date, duration, and notes. Build a personal fitness history with full session history view.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2860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228600" y="3017520"/>
            <a:ext cx="2743200" cy="5486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3108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🥗  Nutrition Tracker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calorie and meal logging. AI-powered photo analysis — photograph a meal and Claude estimates nutritional content automatically.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15468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3154680" y="3017520"/>
            <a:ext cx="2743200" cy="5486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291840" y="3108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My GPS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91840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personal GPS performance metrics — top speed, total distance, sprint count. Session trends visualised over time.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080760" y="30175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6080760" y="3017520"/>
            <a:ext cx="2743200" cy="5486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6217920" y="3108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Profile &amp; Chat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217920" y="349300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profile with avatar, course info, and role. Full messaging system: direct messages, squad channels, and the AI Coach bot.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778" y="91440"/>
            <a:ext cx="537443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731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&amp; COACH TOOLS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97280" y="521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academy management for admins and coaches — desktop sidebar + mobile drawer.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2880" y="100584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182880" y="1005840"/>
            <a:ext cx="1627632" cy="347472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56032" y="10241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56032" y="1426464"/>
            <a:ext cx="1481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overview with quick-access cards for users, courses, GPS data, assignments, and grades. Role-filtered navigation — teachers see a trimmed menu.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47672" y="100584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947672" y="1005840"/>
            <a:ext cx="162763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020824" y="10241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Squad Management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020824" y="1426464"/>
            <a:ext cx="1481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fixtures, invite players, and track accept / decline responses. Mark matches complete, assign positions, and rate each player 1–10 after the game.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712464" y="100584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712464" y="1005840"/>
            <a:ext cx="1627632" cy="34747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785616" y="10241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Builder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85616" y="1426464"/>
            <a:ext cx="1481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11-a-side football pitch. Click on-pitch zones to assign players. Set shirt numbers and positions. Stored per match event.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77256" y="100584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477256" y="1005840"/>
            <a:ext cx="16276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550408" y="10241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GPS Dashboard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50408" y="1426464"/>
            <a:ext cx="1481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GPS session data for the whole squad. View distance, speed, and sprint metrics per player. AI-powered performance analysis via Claude.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242048" y="1005840"/>
            <a:ext cx="16276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7242048" y="1005840"/>
            <a:ext cx="162763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7315200" y="10241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User Management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0" y="1426464"/>
            <a:ext cx="1481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user management: add, edit, assign roles and courses. Admin reports for attendance, grades, and performance trends. GPS data import tool.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Anthropic Claude — built into every key workflow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463040" cy="36576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2011680" cy="169164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201168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38328" y="12070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Insights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AI analysis from grades, GPS, attendance &amp; notes. Identifies strengths and flags at-risk players.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04872" y="1115568"/>
            <a:ext cx="2011680" cy="169164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404872" y="1115568"/>
            <a:ext cx="201168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14600" y="12070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14600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Report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Auto-generates post-match reports from squad data, positions and ratings. One click — professional output.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81144" y="1115568"/>
            <a:ext cx="2011680" cy="169164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581144" y="1115568"/>
            <a:ext cx="201168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690872" y="12070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0872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GPS session analysis. Identifies underperformers, recovery concerns and high training loads.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57416" y="1115568"/>
            <a:ext cx="2011680" cy="169164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757416" y="1115568"/>
            <a:ext cx="201168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67144" y="120700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67144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Drafter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67144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 topic — Claude writes the announcement in academy voice. Saves coaches time on every message.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3035808"/>
            <a:ext cx="2011680" cy="169164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28600" y="3035808"/>
            <a:ext cx="201168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38328" y="31272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 Chat Bot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AI bot room. Players ask about tactics, training advice, and academy matters 24/7.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04872" y="3035808"/>
            <a:ext cx="2011680" cy="169164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404872" y="3035808"/>
            <a:ext cx="201168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514600" y="31272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1460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Photo Analysis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1460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photograph meals — Claude analyses nutritional content and logs estimated calories automatically.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81144" y="3035808"/>
            <a:ext cx="2011680" cy="169164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581144" y="3035808"/>
            <a:ext cx="201168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690872" y="31272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90872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Feedback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90872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feedback for grade submissions. Suggests improvement points aligned to BTEC criteria.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778" y="91440"/>
            <a:ext cx="537443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731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COMMUNICATION HUB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97280" y="521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messaging · Broadcast · Push Notifications · AI Coach bot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28600" y="1005840"/>
            <a:ext cx="5029200" cy="384048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84048" y="10241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System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517904"/>
            <a:ext cx="54864" cy="566928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21208" y="15361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Messages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17922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1-to-1 messaging between students and coaches. Real-time Supabase subscriptions — no refresh needed.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322576"/>
            <a:ext cx="54864" cy="566928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21208" y="23408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Channels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" y="2596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rooms by squad or team. All players and coaching staff in one thread per channel.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" y="3127248"/>
            <a:ext cx="54864" cy="566928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21208" y="31455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 Room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1208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bot room powered by Claude. Players ask tactics, training, or academy questions any time.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" y="3931920"/>
            <a:ext cx="54864" cy="566928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21208" y="39502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System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composes broadcast messages — AI drafts the copy. Sent to all users; appears in notification centre.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0" y="1005840"/>
            <a:ext cx="34290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5486400" y="1005840"/>
            <a:ext cx="34290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641848" y="1024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641848" y="15087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Push via VAPID keys — works on iOS &amp; Android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41848" y="19933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opt-in from the dashboard with one tap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41848" y="24780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targets all subscribed users from one screen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41848" y="29626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live recipient count before sending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641848" y="34472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includes title, body &amp; deep-link URL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41848" y="39319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even when the app is closed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41848" y="44165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handles delivery in the background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2778" y="91440"/>
            <a:ext cx="537443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731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BTEC &amp; COURSEWORK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97280" y="521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academic management for sport &amp; education programmes — with Moodle / LTI integration.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28600" y="1005840"/>
            <a:ext cx="2011680" cy="420624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20040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Assignments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536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with title, description &amp; due date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specific courses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0040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see deadlines on their dashboard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0040" y="33741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and admin managed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04872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2404872" y="1005840"/>
            <a:ext cx="2011680" cy="42062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2496312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Grade Submissions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96312" y="1536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submit work and evidence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496312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or teacher grades each submission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496312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Merit / Distinction outcome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496312" y="33741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feedback helper for written comments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81144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581144" y="1005840"/>
            <a:ext cx="2011680" cy="4206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672584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BTEC Unit Progress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72584" y="1536192"/>
            <a:ext cx="1633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completion across all BTEC units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672584" y="2148840"/>
            <a:ext cx="16338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Per-student progress view for coaches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672584" y="2761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completion percentage visible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72584" y="33741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directly to assignment outcomes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757416" y="1005840"/>
            <a:ext cx="2011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6757416" y="1005840"/>
            <a:ext cx="20116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848856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Moodle / LTI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848856" y="1536192"/>
            <a:ext cx="13630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 1.3 launch support built in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48856" y="2148840"/>
            <a:ext cx="14751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 from existing Moodle site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848856" y="2761488"/>
            <a:ext cx="15282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Auto-creates user accounts on first login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48856" y="33741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mapping from Moodle to Tracker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NEXT?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675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enhancements — features players and coaches will love, costly on any other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9264"/>
            <a:ext cx="1463040" cy="36576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2743200" cy="178308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743200" cy="45720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914400" cy="201168"/>
          </a:xfrm>
          <a:prstGeom prst="rect">
            <a:avLst/>
          </a:prstGeom>
          <a:solidFill>
            <a:srgbClr val="C9A027"/>
          </a:solidFill>
          <a:ln w="12700">
            <a:solidFill>
              <a:srgbClr val="C9A0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004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0040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AI Performance Reports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Auto-sent Monday morning. Summarises GPS trends, grades, attendance &amp; match performance. Players and parents receive a personalised PDF digest.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743200" cy="178308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154680" y="109728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91440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4612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46120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&amp; Availability 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Physio-style injury tracker. Players log knocks; coaches mark unavailability before squad selection. Full history view per player.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743200" cy="178308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080760" y="1097280"/>
            <a:ext cx="27432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083712" y="1142705"/>
            <a:ext cx="914400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080760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72200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Leaderboards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squad rankings for GPS distance, training attendance, nutrition compliance, and grade scores. Trophy icons visible to the whole squad.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035808"/>
            <a:ext cx="2743200" cy="178308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28600" y="3035808"/>
            <a:ext cx="274320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20040" y="3127248"/>
            <a:ext cx="914400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2004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of the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767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Coach-nominated or AI-suggested award based on combined performance metrics. Push notification announces the winner to the full squad.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54680" y="3035808"/>
            <a:ext cx="2743200" cy="178308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154680" y="3035808"/>
            <a:ext cx="27432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3246120" y="3127248"/>
            <a:ext cx="91440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24612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4612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Check-ins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46120" y="3767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mood &amp; wellbeing survey for students. AI flags patterns — coach is notified if a player is consistently low. Replaces paper welfare forms.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80760" y="3035808"/>
            <a:ext cx="2743200" cy="1783080"/>
          </a:xfrm>
          <a:prstGeom prst="rect">
            <a:avLst/>
          </a:prstGeom>
          <a:solidFill>
            <a:srgbClr val="162A52"/>
          </a:solidFill>
          <a:ln w="12700">
            <a:solidFill>
              <a:srgbClr val="24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080760" y="30358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172200" y="3127248"/>
            <a:ext cx="9144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17220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7220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&amp; Clip Uploads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37673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upload short training clips. AI tags key moments. Coach can annotate and share. Linked to match events and GPS sessions.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1121</Words>
  <Application>Microsoft Office PowerPoint</Application>
  <PresentationFormat>On-screen Show (16:9)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Tranmere Tracker — Academy Management Platform</dc:title>
  <dc:subject>PptxGenJS Presentation</dc:subject>
  <dc:creator>Tranmere Rovers FC</dc:creator>
  <cp:lastModifiedBy>Info Tech</cp:lastModifiedBy>
  <cp:revision>3</cp:revision>
  <cp:lastPrinted>2026-04-29T20:47:00Z</cp:lastPrinted>
  <dcterms:created xsi:type="dcterms:W3CDTF">2026-04-29T20:39:00Z</dcterms:created>
  <dcterms:modified xsi:type="dcterms:W3CDTF">2026-05-01T13:42:51Z</dcterms:modified>
</cp:coreProperties>
</file>